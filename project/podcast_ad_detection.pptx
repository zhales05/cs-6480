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6CB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920240"/>
            <a:ext cx="7680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Automatic Advertisement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Detection in Podcasts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2918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Text-Based Classification Approach Using Synthetic Training Data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371600" y="4114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Hales  |  Deep Learning Course Project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2B6CB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Is This Hard?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podcast episode, identify which segments are sponsored advertisements versus organic content. This is a binary classification problem with real-world applications: ad-skipping tools, content indexing, and podcast analytics.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0" y="1645920"/>
            <a:ext cx="3383280" cy="8686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303520" y="1645920"/>
            <a:ext cx="54864" cy="86868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1737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Dataset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77840" y="20299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labeled corpus of podcast ads exists — everything must be built from scratch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651760"/>
            <a:ext cx="3383280" cy="8686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303520" y="2651760"/>
            <a:ext cx="54864" cy="86868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Blurry Boundaries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77840" y="3035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Host-read ads blend seamlessly into conversation with no clear markers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3657600"/>
            <a:ext cx="3383280" cy="8686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0" y="3657600"/>
            <a:ext cx="54864" cy="86868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3749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Constraints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77840" y="40416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labeling yields ~40-60 ad segments in weeks — too thin for deep learning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2976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model architecture matters way less than the data."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73736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Two-Pronged Data Strategy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374904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Synthetic Data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LLM-generated podcast transcripts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segments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(1K ad + 1K non-ad)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ad categories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(host-read, promo code, subtle, etc.)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non-ad categories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(interview, banter, organic mentions)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brands + realistic filler words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3749040" cy="292608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691640"/>
            <a:ext cx="3749040" cy="54864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Real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SponsorBlock + Whisper pipeline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4320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Crowdsourced sponsor timestamps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(millions of submissions on YouTube)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pipeline: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SponsorBlock API → yt-dlp → Whisper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 real segments across 7 videos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ad segments (1.2% — highly imbalanced)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18872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Approaches, Five Variants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560320" cy="288036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2560320" cy="54864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1920240"/>
            <a:ext cx="502920" cy="502920"/>
          </a:xfrm>
          <a:prstGeom prst="ellipse">
            <a:avLst/>
          </a:prstGeom>
          <a:solidFill>
            <a:srgbClr val="DD6B2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Baseline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matcher scanning for common ad phrases: "sponsored by," "promo code," "use code," "brought to you by"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interpretable lower bound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17320" y="4206240"/>
            <a:ext cx="1005840" cy="256032"/>
          </a:xfrm>
          <a:prstGeom prst="rect">
            <a:avLst/>
          </a:prstGeom>
          <a:solidFill>
            <a:srgbClr val="BEE3F8"/>
          </a:solidFill>
          <a:ln w="6350">
            <a:solidFill>
              <a:srgbClr val="DD6B2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17320" y="4206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D6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0" y="1691640"/>
            <a:ext cx="2560320" cy="288036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74720" y="1691640"/>
            <a:ext cx="256032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80560" y="1920240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vectorization with bigrams (up to 5K features) fed into logistic regression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raw text and cleaned text (filler words stripped)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51960" y="4206240"/>
            <a:ext cx="1005840" cy="256032"/>
          </a:xfrm>
          <a:prstGeom prst="rect">
            <a:avLst/>
          </a:prstGeom>
          <a:solidFill>
            <a:srgbClr val="BEE3F8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51960" y="4206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variants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309360" y="1691640"/>
            <a:ext cx="2560320" cy="288036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1691640"/>
            <a:ext cx="256032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0" y="192024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DistilBERT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92240" y="29718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66M param distilled BERT with classification head, fine-tuned on synthetic data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92240" y="3840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tested on raw and cleaned text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86600" y="4206240"/>
            <a:ext cx="1005840" cy="256032"/>
          </a:xfrm>
          <a:prstGeom prst="rect">
            <a:avLst/>
          </a:prstGeom>
          <a:solidFill>
            <a:srgbClr val="BEE3F8"/>
          </a:solidFill>
          <a:ln w="6350">
            <a:solidFill>
              <a:srgbClr val="1B2A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4206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variants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10312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828800" cy="237744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80160" y="1965960"/>
            <a:ext cx="548640" cy="548640"/>
          </a:xfrm>
          <a:prstGeom prst="ellipse">
            <a:avLst/>
          </a:prstGeom>
          <a:solidFill>
            <a:srgbClr val="2B6CB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32" y="2084832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Python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68880" y="2560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88920" y="1737360"/>
            <a:ext cx="1828800" cy="237744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429000" y="1965960"/>
            <a:ext cx="548640" cy="548640"/>
          </a:xfrm>
          <a:prstGeom prst="ellipse">
            <a:avLst/>
          </a:prstGeom>
          <a:solidFill>
            <a:srgbClr val="2B6CB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208483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80360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88036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automated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617720" y="2560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4937760" y="1737360"/>
            <a:ext cx="1828800" cy="237744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1965960"/>
            <a:ext cx="548640" cy="548640"/>
          </a:xfrm>
          <a:prstGeom prst="ellipse">
            <a:avLst/>
          </a:prstGeom>
          <a:solidFill>
            <a:srgbClr val="2B6CB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712" y="2084832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029200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02920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vs. cleaned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(filler removal)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766560" y="25603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7086600" y="1737360"/>
            <a:ext cx="1828800" cy="237744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726680" y="1965960"/>
            <a:ext cx="548640" cy="548640"/>
          </a:xfrm>
          <a:prstGeom prst="ellipse">
            <a:avLst/>
          </a:prstGeom>
          <a:solidFill>
            <a:srgbClr val="2B6CB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084832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78040" y="26974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717804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BERT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40080" y="4389120"/>
            <a:ext cx="786384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9" name="Text 23"/>
          <p:cNvSpPr/>
          <p:nvPr/>
        </p:nvSpPr>
        <p:spPr>
          <a:xfrm>
            <a:off x="640080" y="45262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vs. cleaned text comparison tests whether models learn genuine ad signals or latch onto synthetic filler-word artifacts.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210312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Pipeline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828800" cy="182880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18745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SponsorBlock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crowdsourced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timestamps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788920" y="1737360"/>
            <a:ext cx="1828800" cy="182880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20440" y="18745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036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880360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from YouTube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podcast channels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937760" y="1737360"/>
            <a:ext cx="1828800" cy="182880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0" y="18745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Word-level transcript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timestamps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8A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086600" y="1737360"/>
            <a:ext cx="1828800" cy="182880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818120" y="18745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</p:sp>
      <p:sp>
        <p:nvSpPr>
          <p:cNvPr id="25" name="Text 23"/>
          <p:cNvSpPr/>
          <p:nvPr/>
        </p:nvSpPr>
        <p:spPr>
          <a:xfrm>
            <a:off x="781812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178040" y="2331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78040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80-word chunks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overlap threshold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4008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scanned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8892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278892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Videos with data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3776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~1,500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93776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segments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86600" y="3886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B6CB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7086600" y="4343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ad segments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82880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CHALLENGE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Domain Gap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749040" cy="256032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91640"/>
            <a:ext cx="3749040" cy="54864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Training Data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Fictional brand names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Formulaic ad structures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filler words ("um," "you know")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uniform text patterns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50/50 class distribution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91640"/>
            <a:ext cx="3749040" cy="2560320"/>
          </a:xfrm>
          <a:prstGeom prst="rect">
            <a:avLst/>
          </a:prstGeom>
          <a:solidFill>
            <a:srgbClr val="F7FAFC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691640"/>
            <a:ext cx="3749040" cy="54864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Evaluation 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200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brand names and URLs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Natural, varied host delivery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Whisper transcription artifacts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Smooth, hard-to-detect transitions</a:t>
            </a:r>
            <a:endParaRPr lang="en-US" sz="12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imbalanced (1.2% ads)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60520" y="2606040"/>
            <a:ext cx="822960" cy="82296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416052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7863840" cy="54864"/>
          </a:xfrm>
          <a:prstGeom prst="rect">
            <a:avLst/>
          </a:prstGeom>
          <a:solidFill>
            <a:srgbClr val="BEE3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Finding: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on synthetic data don't automatically generalize to real podcasts. The synthetic-to-real transfer problem is the core challenge — not model architecture.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(raw)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 (cleaned)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(raw)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(cleaned)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286000" y="4114800"/>
            <a:ext cx="4572000" cy="640080"/>
          </a:xfrm>
          <a:prstGeom prst="rect">
            <a:avLst/>
          </a:prstGeom>
          <a:solidFill>
            <a:srgbClr val="BEE3F8"/>
          </a:solidFill>
          <a:ln/>
        </p:spPr>
      </p:sp>
      <p:sp>
        <p:nvSpPr>
          <p:cNvPr id="7" name="Text 4"/>
          <p:cNvSpPr/>
          <p:nvPr/>
        </p:nvSpPr>
        <p:spPr>
          <a:xfrm>
            <a:off x="2286000" y="4114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to be added once experiments are complete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 &amp; Questions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828800" cy="2011680"/>
          </a:xfrm>
          <a:prstGeom prst="rect">
            <a:avLst/>
          </a:prstGeom>
          <a:solidFill>
            <a:srgbClr val="253553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71600"/>
            <a:ext cx="1828800" cy="457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Real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SponsorBlock pipeline on more videos for a larger, more diverse test set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371600"/>
            <a:ext cx="1828800" cy="2011680"/>
          </a:xfrm>
          <a:prstGeom prst="rect">
            <a:avLst/>
          </a:prstGeom>
          <a:solidFill>
            <a:srgbClr val="253553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88920" y="1371600"/>
            <a:ext cx="1828800" cy="457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Semi-Supervised Training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0116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real labeled data into synthetic training to bridge the domain gap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937760" y="1371600"/>
            <a:ext cx="1828800" cy="2011680"/>
          </a:xfrm>
          <a:prstGeom prst="rect">
            <a:avLst/>
          </a:prstGeom>
          <a:solidFill>
            <a:srgbClr val="253553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937760" y="1371600"/>
            <a:ext cx="1828800" cy="457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507492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on Mel Spectrograms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74920" y="20116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goal: classify raw audio using a CNN on spectrogram images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086600" y="1371600"/>
            <a:ext cx="1828800" cy="2011680"/>
          </a:xfrm>
          <a:prstGeom prst="rect">
            <a:avLst/>
          </a:prstGeom>
          <a:solidFill>
            <a:srgbClr val="253553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86600" y="1371600"/>
            <a:ext cx="1828800" cy="4572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0" y="1554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EE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23760" y="20116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classification threshold to trade precision for recall with more data</a:t>
            </a:r>
            <a:endParaRPr lang="en-US" sz="11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794760"/>
            <a:ext cx="914400" cy="9144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82880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EE3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Ad Detection — Deep Learning Project</dc:title>
  <dc:subject>PptxGenJS Presentation</dc:subject>
  <dc:creator>Stephen</dc:creator>
  <cp:lastModifiedBy>Stephen</cp:lastModifiedBy>
  <cp:revision>1</cp:revision>
  <dcterms:created xsi:type="dcterms:W3CDTF">2026-04-07T01:54:25Z</dcterms:created>
  <dcterms:modified xsi:type="dcterms:W3CDTF">2026-04-07T01:54:25Z</dcterms:modified>
</cp:coreProperties>
</file>